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231A"/>
          </a:solidFill>
          <a:ln w="12700">
            <a:solidFill>
              <a:srgbClr val="E22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23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Seneca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MST400 Project 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21792" y="25146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Secure Point-to-Site VPN Connection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0"/>
                </a:solidFill>
              </a:rPr>
              <a:t>Cloud Network • Summer 2026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3611880"/>
            <a:ext cx="4754880" cy="0"/>
          </a:xfrm>
          <a:prstGeom prst="line">
            <a:avLst/>
          </a:prstGeom>
          <a:noFill/>
          <a:ln w="25400">
            <a:solidFill>
              <a:srgbClr val="E22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886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Walid Hasan Ansary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Username: whansary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Azure Point-to-Site VPN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29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670"/>
                </a:solidFill>
              </a:rPr>
              <a:t>OpenVPN SSL  •  Certificate authentication  •  Private IP SSH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0" y="2633472"/>
            <a:ext cx="4389120" cy="0"/>
          </a:xfrm>
          <a:prstGeom prst="line">
            <a:avLst/>
          </a:prstGeom>
          <a:noFill/>
          <a:ln w="25400">
            <a:solidFill>
              <a:srgbClr val="E223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2971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Private VM access without public exposure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Secure remote access to a private Azure Linux VM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43891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secure SSH access to a Linux server in Azure without exposing the VM to the public internet.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852928"/>
            <a:ext cx="4480560" cy="914400"/>
          </a:xfrm>
          <a:prstGeom prst="roundRect">
            <a:avLst>
              <a:gd name="adj" fmla="val 7000"/>
            </a:avLst>
          </a:prstGeom>
          <a:solidFill>
            <a:srgbClr val="F0F7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42062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Local users connect to Azure through Point-to-Site VPN. SSH is allowed only after the VPN tunnel is established.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5715000" y="1417320"/>
            <a:ext cx="53035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VM has no public IP address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Azure VPN Gateway terminates the client tunnel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OpenVPN SSL tunnel with certificate authentication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NSG permits TCP/22 only from the VPN client pool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06440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395478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Canada Central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60920" y="388620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0648" y="395478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OpenVPN SSL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24544" y="38862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34272" y="3954780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Azure certificate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37960" y="4370832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6F8FB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4439412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F3A"/>
                </a:solidFill>
              </a:rPr>
              <a:t>Private IP SSH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IP addressing and resource flow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862072"/>
            <a:ext cx="192024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669280" y="2862072"/>
            <a:ext cx="192024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0" y="2862072"/>
            <a:ext cx="114300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4360" y="2148840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40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Local Ubuntu PC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2697480"/>
            <a:ext cx="1316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VPN IP: 172.16.104.x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OpenVPN client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160520" y="2148840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340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Azure VPN Gateway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325112" y="2697480"/>
            <a:ext cx="1179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Walid-VpnGw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GatewaySubnet: 104.104.104.0/27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589520" y="2148840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340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Virtual Network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754112" y="2697480"/>
            <a:ext cx="12252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Walid-VNet-CanadaCentral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104.104.104.0/25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10287000" y="214884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FFF7ED"/>
          </a:solidFill>
          <a:ln w="1524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0" y="2340864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Linux VM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451592" y="2697480"/>
            <a:ext cx="1271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Walid-P2S-VM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11827"/>
                </a:solidFill>
              </a:rPr>
              <a:t>Private IP: 104.104.104.36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2651760" y="2423160"/>
            <a:ext cx="13258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Encrypted Point-to-Site tunnel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2423160"/>
            <a:ext cx="12344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Azure route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281160" y="2423160"/>
            <a:ext cx="7772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SSH TCP/22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343400"/>
            <a:ext cx="3200400" cy="960120"/>
          </a:xfrm>
          <a:prstGeom prst="roundRect">
            <a:avLst>
              <a:gd name="adj" fmla="val 6667"/>
            </a:avLst>
          </a:prstGeom>
          <a:solidFill>
            <a:srgbClr val="FFF1F1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62272"/>
            <a:ext cx="29260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P2S client address pool: 172.16.104.0/24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Tunnel: OpenVPN (SSL)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Authentication: Azure certificate</a:t>
            </a:r>
            <a:endParaRPr lang="en-US" sz="1230" dirty="0"/>
          </a:p>
        </p:txBody>
      </p:sp>
      <p:sp>
        <p:nvSpPr>
          <p:cNvPr id="25" name="Shape 23"/>
          <p:cNvSpPr/>
          <p:nvPr/>
        </p:nvSpPr>
        <p:spPr>
          <a:xfrm>
            <a:off x="4526280" y="4343400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F0F7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462272"/>
            <a:ext cx="338328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No VM public IP. Access must enter through the VPN Gateway and match the NSG source range.</a:t>
            </a:r>
            <a:endParaRPr lang="en-US" sz="1230" dirty="0"/>
          </a:p>
        </p:txBody>
      </p:sp>
      <p:sp>
        <p:nvSpPr>
          <p:cNvPr id="27" name="Shape 25"/>
          <p:cNvSpPr/>
          <p:nvPr/>
        </p:nvSpPr>
        <p:spPr>
          <a:xfrm>
            <a:off x="8641080" y="434340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4462272"/>
            <a:ext cx="256032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NSG rule: Allow-SSH-From-P2S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Source: 172.16.104.0/24 → Port 22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Addressing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Assigned IP space used only for this deployment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10835640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17904"/>
            <a:ext cx="2157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Component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72968" y="1517904"/>
            <a:ext cx="2340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IP / CIDR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33288" y="1517904"/>
            <a:ext cx="5678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Purpose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1810512"/>
            <a:ext cx="10835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VNet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3063240" y="1810512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72968" y="197510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104.104.104.0/25</a:t>
            </a:r>
            <a:endParaRPr lang="en-US" sz="1240" dirty="0"/>
          </a:p>
        </p:txBody>
      </p:sp>
      <p:sp>
        <p:nvSpPr>
          <p:cNvPr id="13" name="Shape 11"/>
          <p:cNvSpPr/>
          <p:nvPr/>
        </p:nvSpPr>
        <p:spPr>
          <a:xfrm>
            <a:off x="5623560" y="1810512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1975104"/>
            <a:ext cx="5678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Main Azure network</a:t>
            </a:r>
            <a:endParaRPr lang="en-US" sz="124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108356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54203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GatewaySubnet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3063240" y="2377440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254203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104.104.104.0/27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5623560" y="2377440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542032"/>
            <a:ext cx="5678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Required by Azure VPN Gateway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685800" y="2944368"/>
            <a:ext cx="10835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10896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WorkloadSubnet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3063240" y="2944368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310896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104.104.104.32/27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5623560" y="2944368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3108960"/>
            <a:ext cx="5678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Linux VM subnet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685800" y="3511296"/>
            <a:ext cx="1083564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3675888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P2S client pool</a:t>
            </a:r>
            <a:endParaRPr lang="en-US" sz="1240" dirty="0"/>
          </a:p>
        </p:txBody>
      </p:sp>
      <p:sp>
        <p:nvSpPr>
          <p:cNvPr id="29" name="Shape 27"/>
          <p:cNvSpPr/>
          <p:nvPr/>
        </p:nvSpPr>
        <p:spPr>
          <a:xfrm>
            <a:off x="3063240" y="3511296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72968" y="367588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172.16.104.0/24</a:t>
            </a:r>
            <a:endParaRPr lang="en-US" sz="1240" dirty="0"/>
          </a:p>
        </p:txBody>
      </p:sp>
      <p:sp>
        <p:nvSpPr>
          <p:cNvPr id="31" name="Shape 29"/>
          <p:cNvSpPr/>
          <p:nvPr/>
        </p:nvSpPr>
        <p:spPr>
          <a:xfrm>
            <a:off x="5623560" y="3511296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3675888"/>
            <a:ext cx="5678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VPN clients receive this range</a:t>
            </a:r>
            <a:endParaRPr lang="en-US" sz="1240" dirty="0"/>
          </a:p>
        </p:txBody>
      </p:sp>
      <p:sp>
        <p:nvSpPr>
          <p:cNvPr id="33" name="Shape 31"/>
          <p:cNvSpPr/>
          <p:nvPr/>
        </p:nvSpPr>
        <p:spPr>
          <a:xfrm>
            <a:off x="685800" y="4078224"/>
            <a:ext cx="10835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" y="4242816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11827"/>
                </a:solidFill>
              </a:rPr>
              <a:t>Linux VM</a:t>
            </a:r>
            <a:endParaRPr lang="en-US" sz="1240" dirty="0"/>
          </a:p>
        </p:txBody>
      </p:sp>
      <p:sp>
        <p:nvSpPr>
          <p:cNvPr id="35" name="Shape 33"/>
          <p:cNvSpPr/>
          <p:nvPr/>
        </p:nvSpPr>
        <p:spPr>
          <a:xfrm>
            <a:off x="3063240" y="4078224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72968" y="424281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104.104.104.36</a:t>
            </a:r>
            <a:endParaRPr lang="en-US" sz="1240" dirty="0"/>
          </a:p>
        </p:txBody>
      </p:sp>
      <p:sp>
        <p:nvSpPr>
          <p:cNvPr id="37" name="Shape 35"/>
          <p:cNvSpPr/>
          <p:nvPr/>
        </p:nvSpPr>
        <p:spPr>
          <a:xfrm>
            <a:off x="5623560" y="4078224"/>
            <a:ext cx="0" cy="566928"/>
          </a:xfrm>
          <a:prstGeom prst="line">
            <a:avLst/>
          </a:prstGeom>
          <a:noFill/>
          <a:ln w="6350">
            <a:solidFill>
              <a:srgbClr val="D7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4242816"/>
            <a:ext cx="5678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Private IP only</a:t>
            </a:r>
            <a:endParaRPr lang="en-US" sz="1240" dirty="0"/>
          </a:p>
        </p:txBody>
      </p:sp>
      <p:sp>
        <p:nvSpPr>
          <p:cNvPr id="39" name="Shape 37"/>
          <p:cNvSpPr/>
          <p:nvPr/>
        </p:nvSpPr>
        <p:spPr>
          <a:xfrm>
            <a:off x="868680" y="5166360"/>
            <a:ext cx="10378440" cy="731520"/>
          </a:xfrm>
          <a:prstGeom prst="roundRect">
            <a:avLst>
              <a:gd name="adj" fmla="val 8750"/>
            </a:avLst>
          </a:prstGeom>
          <a:solidFill>
            <a:srgbClr val="FFF1F1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5285232"/>
            <a:ext cx="101041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Important grading evidence: show the VNet address space and both subnet ranges clearly in the Azure portal.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VNet and Subnets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Azure portal evidence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43000"/>
            <a:ext cx="6775704" cy="4855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02edd31c-a3b9-446c-958f-3f425f9909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7644" y="1170432"/>
            <a:ext cx="4454271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settings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80960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</a:rPr>
              <a:t>VNet: Walid-VNet-CanadaCentral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GatewaySubnet: 104.104.104.0/27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WorkloadSubnet: 104.104.104.32/27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Default subnet removed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ODL account visible in portal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680960" y="4434840"/>
            <a:ext cx="3703320" cy="777240"/>
          </a:xfrm>
          <a:prstGeom prst="roundRect">
            <a:avLst>
              <a:gd name="adj" fmla="val 8235"/>
            </a:avLst>
          </a:prstGeom>
          <a:solidFill>
            <a:srgbClr val="F0F7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4553712"/>
            <a:ext cx="342900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GatewaySubnet is reserved for the Azure VPN Gateway. WorkloadSubnet hosts the Linux VM.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VM Configuration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Private server with no public IP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4a3e42c8-0a27-4f7a-9341-6053fc5019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0" y="1143000"/>
            <a:ext cx="44253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evidence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18120" y="1783080"/>
            <a:ext cx="3657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50" dirty="0">
                <a:solidFill>
                  <a:srgbClr val="111827"/>
                </a:solidFill>
              </a:rPr>
              <a:t>Name: Walid-P2S-VM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OS: Ubuntu Server 24.04 LTS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Private IP: 104.104.104.36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Public IP: None</a:t>
            </a:r>
            <a:endParaRPr lang="en-US" sz="1450" dirty="0"/>
          </a:p>
          <a:p>
            <a:r>
              <a:rPr lang="en-US" sz="1450" dirty="0">
                <a:solidFill>
                  <a:srgbClr val="111827"/>
                </a:solidFill>
              </a:rPr>
              <a:t>Subnet: WorkloadSubnet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566160" cy="914400"/>
          </a:xfrm>
          <a:prstGeom prst="roundRect">
            <a:avLst>
              <a:gd name="adj" fmla="val 7000"/>
            </a:avLst>
          </a:prstGeom>
          <a:solidFill>
            <a:srgbClr val="FFF7ED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4279392"/>
            <a:ext cx="32918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No public IP means the VM cannot be reached directly from the internet. Access must use the P2S VPN.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Rule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SSH restricted to the VPN client pool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531eaa21-4098-4705-be16-d8ee45f3b7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0" y="1143000"/>
            <a:ext cx="44253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rule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3566160" cy="1600200"/>
          </a:xfrm>
          <a:prstGeom prst="roundRect">
            <a:avLst>
              <a:gd name="adj" fmla="val 2857"/>
            </a:avLst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29384"/>
            <a:ext cx="32918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Allow-SSH-From-P2S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Priority: 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172.16.104.0/24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Protocol: TCP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22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 Allow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397764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096512"/>
            <a:ext cx="32918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This NSG is attached to the VM network interface, so the VM accepts SSH only from VPN-assigned client addresses.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VPN Gateway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Route-based gateway in Canada Central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1563b3ff-de54-4960-b1f9-ebf8b46423f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0" y="1143000"/>
            <a:ext cx="44253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configuration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18120" y="1783080"/>
            <a:ext cx="365760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70" dirty="0">
                <a:solidFill>
                  <a:srgbClr val="111827"/>
                </a:solidFill>
              </a:rPr>
              <a:t>Gateway: Walid-VpnGw</a:t>
            </a:r>
            <a:endParaRPr lang="en-US" sz="1370" dirty="0"/>
          </a:p>
          <a:p>
            <a:r>
              <a:rPr lang="en-US" sz="1370" dirty="0">
                <a:solidFill>
                  <a:srgbClr val="111827"/>
                </a:solidFill>
              </a:rPr>
              <a:t>SKU: VpnGw1AZ</a:t>
            </a:r>
            <a:endParaRPr lang="en-US" sz="1370" dirty="0"/>
          </a:p>
          <a:p>
            <a:r>
              <a:rPr lang="en-US" sz="1370" dirty="0">
                <a:solidFill>
                  <a:srgbClr val="111827"/>
                </a:solidFill>
              </a:rPr>
              <a:t>Gateway type: VPN</a:t>
            </a:r>
            <a:endParaRPr lang="en-US" sz="1370" dirty="0"/>
          </a:p>
          <a:p>
            <a:r>
              <a:rPr lang="en-US" sz="1370" dirty="0">
                <a:solidFill>
                  <a:srgbClr val="111827"/>
                </a:solidFill>
              </a:rPr>
              <a:t>VPN type: Route-based</a:t>
            </a:r>
            <a:endParaRPr lang="en-US" sz="1370" dirty="0"/>
          </a:p>
          <a:p>
            <a:r>
              <a:rPr lang="en-US" sz="1370" dirty="0">
                <a:solidFill>
                  <a:srgbClr val="111827"/>
                </a:solidFill>
              </a:rPr>
              <a:t>VNet: Walid-VNet-CanadaCentral</a:t>
            </a:r>
            <a:endParaRPr lang="en-US" sz="1370" dirty="0"/>
          </a:p>
          <a:p>
            <a:r>
              <a:rPr lang="en-US" sz="1370" dirty="0">
                <a:solidFill>
                  <a:srgbClr val="111827"/>
                </a:solidFill>
              </a:rPr>
              <a:t>Public IP: Walid-VpnGw-PIP</a:t>
            </a:r>
            <a:endParaRPr lang="en-US" sz="1370" dirty="0"/>
          </a:p>
        </p:txBody>
      </p:sp>
      <p:sp>
        <p:nvSpPr>
          <p:cNvPr id="9" name="Shape 6"/>
          <p:cNvSpPr/>
          <p:nvPr/>
        </p:nvSpPr>
        <p:spPr>
          <a:xfrm>
            <a:off x="7818120" y="4892040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0F7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5010912"/>
            <a:ext cx="32918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The VPN Gateway receives the OpenVPN connection and provides a private route into the Azure VNet.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Point-to-Site VPN Configuration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Client address pool, tunnel type, and certificate authentication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8733c6f3-a4b2-48d2-9f88-d8b79478b2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0" y="1143000"/>
            <a:ext cx="442532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P2S settings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3566160" cy="1325880"/>
          </a:xfrm>
          <a:prstGeom prst="roundRect">
            <a:avLst>
              <a:gd name="adj" fmla="val 3448"/>
            </a:avLst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29384"/>
            <a:ext cx="32918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pool: 172.16.104.0/24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Tunnel: OpenVPN (SSL)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Authentication: Azure certificate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cert: Walid-P2SRootCert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370332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FFF7ED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822192"/>
            <a:ext cx="329184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Azure uses the uploaded root certificate to trust the client certificate inside the OpenVPN profile.</a:t>
            </a:r>
            <a:endParaRPr lang="en-US" sz="1230" dirty="0"/>
          </a:p>
        </p:txBody>
      </p:sp>
      <p:sp>
        <p:nvSpPr>
          <p:cNvPr id="12" name="Shape 9"/>
          <p:cNvSpPr/>
          <p:nvPr/>
        </p:nvSpPr>
        <p:spPr>
          <a:xfrm>
            <a:off x="7818120" y="4782312"/>
            <a:ext cx="3566160" cy="685800"/>
          </a:xfrm>
          <a:prstGeom prst="roundRect">
            <a:avLst>
              <a:gd name="adj" fmla="val 9333"/>
            </a:avLst>
          </a:prstGeom>
          <a:solidFill>
            <a:srgbClr val="F0FDF4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5280" y="4901184"/>
            <a:ext cx="329184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When connected, my local PC received 172.16.104.2 from this pool.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Certificate Setup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Root certificate + client certificate for authentication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1327a0c6-522b-4cd1-ac8f-a2ae437f434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3055" y="1143000"/>
            <a:ext cx="4046329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evidence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818120" y="1783080"/>
            <a:ext cx="3657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60" dirty="0">
                <a:solidFill>
                  <a:srgbClr val="111827"/>
                </a:solidFill>
              </a:rPr>
              <a:t>Root certificate created locally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</a:rPr>
              <a:t>Root public data uploaded to Azure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</a:rPr>
              <a:t>Client certificate signed by root certificate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</a:rPr>
              <a:t>Verification result: Walid-P2SClientCert.pem: OK</a:t>
            </a:r>
            <a:endParaRPr lang="en-US" sz="1360" dirty="0"/>
          </a:p>
          <a:p>
            <a:r>
              <a:rPr lang="en-US" sz="1360" dirty="0">
                <a:solidFill>
                  <a:srgbClr val="111827"/>
                </a:solidFill>
              </a:rPr>
              <a:t>Private keys were not shared</a:t>
            </a:r>
            <a:endParaRPr lang="en-US" sz="1360" dirty="0"/>
          </a:p>
        </p:txBody>
      </p:sp>
      <p:sp>
        <p:nvSpPr>
          <p:cNvPr id="9" name="Shape 6"/>
          <p:cNvSpPr/>
          <p:nvPr/>
        </p:nvSpPr>
        <p:spPr>
          <a:xfrm>
            <a:off x="7818120" y="4709160"/>
            <a:ext cx="3566160" cy="777240"/>
          </a:xfrm>
          <a:prstGeom prst="roundRect">
            <a:avLst>
              <a:gd name="adj" fmla="val 8235"/>
            </a:avLst>
          </a:prstGeom>
          <a:solidFill>
            <a:srgbClr val="FFF1F1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4828032"/>
            <a:ext cx="32918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Only the root public certificate data is uploaded to Azure. The private keys remain on the local computer.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Successful Private-IP SSH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VPN connected → private SSH works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82659816-2588-4990-8a43-7f1607fcce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557" y="1143000"/>
            <a:ext cx="4291326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Successful test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3566160" cy="1874520"/>
          </a:xfrm>
          <a:prstGeom prst="roundRect">
            <a:avLst>
              <a:gd name="adj" fmla="val 2439"/>
            </a:avLst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29384"/>
            <a:ext cx="329184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~/.ssh/walid-mst400-key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whansary@104.104.104.36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addr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-I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434340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0FDF4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462272"/>
            <a:ext cx="329184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The login prompt changed to whansary@Walid-P2S-VM, proving that the SSH session reached the Azure VM by private IP.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VPN Dependency Test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VPN disconnected → private SSH fails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115568"/>
            <a:ext cx="6958584" cy="49469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EE8"/>
            </a:solidFill>
            <a:prstDash val="solid"/>
          </a:ln>
        </p:spPr>
      </p:sp>
      <p:pic>
        <p:nvPicPr>
          <p:cNvPr id="6" name="Image 0" descr="/mnt/data/c383cd7e-aebf-4a98-b429-0893912f8a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296" y="1143000"/>
            <a:ext cx="3893848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18120" y="1261872"/>
            <a:ext cx="33832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evidence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818120" y="1783080"/>
            <a:ext cx="3566160" cy="2423160"/>
          </a:xfrm>
          <a:prstGeom prst="roundRect">
            <a:avLst>
              <a:gd name="adj" fmla="val 1887"/>
            </a:avLst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29384"/>
            <a:ext cx="32918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pkill openvpn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-br address | grep tun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route | grep 104.104.104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-o ConnectTimeout=10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 ~/.ssh/walid-mst400-key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whansary@104.104.104.36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Connection timed out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4709160"/>
            <a:ext cx="3566160" cy="822960"/>
          </a:xfrm>
          <a:prstGeom prst="roundRect">
            <a:avLst>
              <a:gd name="adj" fmla="val 7778"/>
            </a:avLst>
          </a:prstGeom>
          <a:solidFill>
            <a:srgbClr val="FFF1F1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4828032"/>
            <a:ext cx="3291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No tunnel interface + no Azure route = SSH to the private IP times out. This proves access requires the VPN.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Use this order during the 5–7 minute recording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65836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20" dirty="0">
                <a:solidFill>
                  <a:srgbClr val="111827"/>
                </a:solidFill>
              </a:rPr>
              <a:t>Show ODL account and resource group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Show VNet address space and both subnets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Show VM private IP and no public IP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Show NSG rule allowing SSH from 172.16.104.0/24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Show VPN Gateway and P2S settings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Connect OpenVPN and show tun0 with 172.16.104.x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SSH to 104.104.104.36 and run hostname, whoami, ip addr</a:t>
            </a:r>
            <a:endParaRPr lang="en-US" sz="1420" dirty="0"/>
          </a:p>
          <a:p>
            <a:r>
              <a:rPr lang="en-US" sz="1420" dirty="0">
                <a:solidFill>
                  <a:srgbClr val="111827"/>
                </a:solidFill>
              </a:rPr>
              <a:t>Disconnect VPN and show SSH timeout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7726680" y="1417320"/>
            <a:ext cx="3657600" cy="2194560"/>
          </a:xfrm>
          <a:prstGeom prst="roundRect">
            <a:avLst>
              <a:gd name="adj" fmla="val 2083"/>
            </a:avLst>
          </a:prstGeom>
          <a:solidFill>
            <a:srgbClr val="111827"/>
          </a:solidFill>
          <a:ln w="635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563624"/>
            <a:ext cx="338328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openvpn --config ~/mst400-vpn-profile/Walid-Azure-P2S.ovpn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-i ~/.ssh/walid-mst400-key whansary@104.104.104.36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Disconnect: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pkill openvpn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26680" y="3977640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F0F7FF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4096512"/>
            <a:ext cx="338328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Say clearly: “This proves the VM is only reachable through the secure Point-to-Site VPN tunnel.”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13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Reflection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0"/>
                </a:solidFill>
              </a:rPr>
              <a:t>What I learned and challenges solved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27940">
            <a:solidFill>
              <a:srgbClr val="E22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learned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8463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How P2S VPN securely connects a local PC to Azure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How certificate-based VPN authentication works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How to keep Azure VMs private without a public IP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How NSG source ranges restrict SSH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223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Challenge solved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47548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11827"/>
                </a:solidFill>
              </a:rPr>
              <a:t>OpenVPN was accidentally started twice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Two tunnel interfaces appeared: tun0 and tun1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I stopped both with sudo pkill openvpn</a:t>
            </a:r>
            <a:endParaRPr lang="en-US" sz="1500" dirty="0"/>
          </a:p>
          <a:p>
            <a:r>
              <a:rPr lang="en-US" sz="1500" dirty="0">
                <a:solidFill>
                  <a:srgbClr val="111827"/>
                </a:solidFill>
              </a:rPr>
              <a:t>Then verified SSH timed out when VPN was disconnected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4754880"/>
            <a:ext cx="10149840" cy="777240"/>
          </a:xfrm>
          <a:prstGeom prst="roundRect">
            <a:avLst>
              <a:gd name="adj" fmla="val 8235"/>
            </a:avLst>
          </a:prstGeom>
          <a:solidFill>
            <a:srgbClr val="F0FDF4"/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873752"/>
            <a:ext cx="987552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0B1F3A"/>
                </a:solidFill>
              </a:rPr>
              <a:t>Final result: successful private-IP SSH when VPN is connected, and failed private-IP SSH when VPN is disconnected.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502920" y="6537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C6670"/>
                </a:solidFill>
              </a:rPr>
              <a:t>MST400 Project 2  |  Walid Hasan Ansary  |  14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Seneca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MST400 Project 2</dc:title>
  <dc:subject>MST400 Project 2 — Secure Point-to-Site VPN Connection</dc:subject>
  <dc:creator>Walid Hasan Ansary</dc:creator>
  <cp:lastModifiedBy>Walid Hasan Ansary</cp:lastModifiedBy>
  <cp:revision>1</cp:revision>
  <dcterms:created xsi:type="dcterms:W3CDTF">2026-07-30T23:52:42Z</dcterms:created>
  <dcterms:modified xsi:type="dcterms:W3CDTF">2026-07-30T23:52:42Z</dcterms:modified>
</cp:coreProperties>
</file>